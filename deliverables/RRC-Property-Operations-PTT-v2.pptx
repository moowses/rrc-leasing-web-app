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0e5ae038242af" /><Relationship Type="http://schemas.openxmlformats.org/officeDocument/2006/relationships/extended-properties" Target="/docProps/app.xml" Id="Rebfba31110174b14" /><Relationship Type="http://schemas.openxmlformats.org/officeDocument/2006/relationships/officeDocument" Target="/ppt/presentation.xml" Id="Rb97373eb2664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b8174a74bf4795"/>
  </p:sldMasterIdLst>
  <p:notesMasterIdLst>
    <p:notesMasterId xmlns:r="http://schemas.openxmlformats.org/officeDocument/2006/relationships" r:id="R559559bc7c224742"/>
  </p:notesMasterIdLst>
  <p:sldIdLst>
    <p:sldId xmlns:r="http://schemas.openxmlformats.org/officeDocument/2006/relationships" id="256" r:id="R21f306aeab3a4960"/>
    <p:sldId xmlns:r="http://schemas.openxmlformats.org/officeDocument/2006/relationships" id="257" r:id="R8c24fbe773e74659"/>
    <p:sldId xmlns:r="http://schemas.openxmlformats.org/officeDocument/2006/relationships" id="258" r:id="R21f084ace2594db9"/>
    <p:sldId xmlns:r="http://schemas.openxmlformats.org/officeDocument/2006/relationships" id="259" r:id="R1637cbc15fa74f19"/>
    <p:sldId xmlns:r="http://schemas.openxmlformats.org/officeDocument/2006/relationships" id="260" r:id="R08726b8248b44099"/>
    <p:sldId xmlns:r="http://schemas.openxmlformats.org/officeDocument/2006/relationships" id="261" r:id="Rc0644f88d98f42c9"/>
    <p:sldId xmlns:r="http://schemas.openxmlformats.org/officeDocument/2006/relationships" id="262" r:id="R600ff28895514c70"/>
    <p:sldId xmlns:r="http://schemas.openxmlformats.org/officeDocument/2006/relationships" id="263" r:id="Rfd493ac6b1114104"/>
    <p:sldId xmlns:r="http://schemas.openxmlformats.org/officeDocument/2006/relationships" id="264" r:id="R7ba7614ed14a416f"/>
    <p:sldId xmlns:r="http://schemas.openxmlformats.org/officeDocument/2006/relationships" id="265" r:id="Re6d946aa4b06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fdb83660540e1" /><Relationship Type="http://schemas.openxmlformats.org/officeDocument/2006/relationships/slideMaster" Target="/ppt/slideMasters/slideMaster1.xml" Id="R4ab8174a74bf4795" /><Relationship Type="http://schemas.openxmlformats.org/officeDocument/2006/relationships/notesMaster" Target="/ppt/notesMasters/notesMaster1.xml" Id="R559559bc7c224742" /><Relationship Type="http://schemas.openxmlformats.org/officeDocument/2006/relationships/presProps" Target="/ppt/presProps.xml" Id="R3fa55067bada40d6" /><Relationship Type="http://schemas.openxmlformats.org/officeDocument/2006/relationships/tableStyles" Target="/ppt/tableStyles.xml" Id="R814899d36a964b81" /><Relationship Type="http://schemas.openxmlformats.org/officeDocument/2006/relationships/slide" Target="/ppt/slides/slide1.xml" Id="R21f306aeab3a4960" /><Relationship Type="http://schemas.openxmlformats.org/officeDocument/2006/relationships/slide" Target="/ppt/slides/slide2.xml" Id="R8c24fbe773e74659" /><Relationship Type="http://schemas.openxmlformats.org/officeDocument/2006/relationships/slide" Target="/ppt/slides/slide3.xml" Id="R21f084ace2594db9" /><Relationship Type="http://schemas.openxmlformats.org/officeDocument/2006/relationships/slide" Target="/ppt/slides/slide4.xml" Id="R1637cbc15fa74f19" /><Relationship Type="http://schemas.openxmlformats.org/officeDocument/2006/relationships/slide" Target="/ppt/slides/slide5.xml" Id="R08726b8248b44099" /><Relationship Type="http://schemas.openxmlformats.org/officeDocument/2006/relationships/slide" Target="/ppt/slides/slide6.xml" Id="Rc0644f88d98f42c9" /><Relationship Type="http://schemas.openxmlformats.org/officeDocument/2006/relationships/slide" Target="/ppt/slides/slide7.xml" Id="R600ff28895514c70" /><Relationship Type="http://schemas.openxmlformats.org/officeDocument/2006/relationships/slide" Target="/ppt/slides/slide8.xml" Id="Rfd493ac6b1114104" /><Relationship Type="http://schemas.openxmlformats.org/officeDocument/2006/relationships/slide" Target="/ppt/slides/slide9.xml" Id="R7ba7614ed14a416f" /><Relationship Type="http://schemas.openxmlformats.org/officeDocument/2006/relationships/slide" Target="/ppt/slides/slide10.xml" Id="Re6d946aa4b06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0e5a510b9d4e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21700a54047ff" /><Relationship Type="http://schemas.openxmlformats.org/officeDocument/2006/relationships/notesMaster" Target="/ppt/notesMasters/notesMaster1.xml" Id="R0a523cb8f23e44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8a4d0c3464950" /><Relationship Type="http://schemas.openxmlformats.org/officeDocument/2006/relationships/notesMaster" Target="/ppt/notesMasters/notesMaster1.xml" Id="Rea4a183a5c434f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cfc524b7eb4ac8" /><Relationship Type="http://schemas.openxmlformats.org/officeDocument/2006/relationships/notesMaster" Target="/ppt/notesMasters/notesMaster1.xml" Id="Rd8bc2dfb23c746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ed42ce68b745b4" /><Relationship Type="http://schemas.openxmlformats.org/officeDocument/2006/relationships/notesMaster" Target="/ppt/notesMasters/notesMaster1.xml" Id="R2818ea1a3ed34b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30fb109389472c" /><Relationship Type="http://schemas.openxmlformats.org/officeDocument/2006/relationships/notesMaster" Target="/ppt/notesMasters/notesMaster1.xml" Id="Rf29b2df19691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0ea2d160c84649" /><Relationship Type="http://schemas.openxmlformats.org/officeDocument/2006/relationships/notesMaster" Target="/ppt/notesMasters/notesMaster1.xml" Id="Rddee5cc0be304a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2cc15160b14e7c" /><Relationship Type="http://schemas.openxmlformats.org/officeDocument/2006/relationships/notesMaster" Target="/ppt/notesMasters/notesMaster1.xml" Id="R30b4fb90369f4e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73f43c98164a19" /><Relationship Type="http://schemas.openxmlformats.org/officeDocument/2006/relationships/notesMaster" Target="/ppt/notesMasters/notesMaster1.xml" Id="R590803796e9342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ed9a502a794715" /><Relationship Type="http://schemas.openxmlformats.org/officeDocument/2006/relationships/notesMaster" Target="/ppt/notesMasters/notesMaster1.xml" Id="R972dc517f5e547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9ce4f87cb44331" /><Relationship Type="http://schemas.openxmlformats.org/officeDocument/2006/relationships/notesMaster" Target="/ppt/notesMasters/notesMaster1.xml" Id="R35f6d8465fee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the proposed property operations platform. Current project materials support the website and preview workflows. The platform roadmap is a proposed direction for discussion, not an existing feature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handover documents describe the website as a preview and explicitly identify the missing administration, tenant intake and Collo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proposed product boundary: the public website remains a customer-facing channel while protected portals operate the leasing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hierarchy is a proposed foundation for the CMS and property operations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role separation prevents HR, Leasing, Accounting and Maintenance from seeing or changing records outside their responsibility.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release recommendation: accept payment proof and reconcile manually. Direct payment processing can follow after RRC selects an approved provider and confirms finance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bill only. Amounts are examples for explaining the proposed workflow and do not represent approved RRC rates.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Notifications should be in-app first, with email delivery and delivery status as a secondary channel.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sequence is proposed. Production sequencing may change after hosting, Collo and accounting requirements are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request: confirm that RRC wants to proceed with a property operations platform, then schedule a requirements workshop with Leasing, Accounting and Maintenance.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7339dbd36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277a8ca6a464b" /><Relationship Type="http://schemas.openxmlformats.org/officeDocument/2006/relationships/slideLayout" Target="/ppt/slideLayouts/slideLayout1.xml" Id="Rcb12491234494f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12491234494f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6b33262ca47fe" /><Relationship Type="http://schemas.openxmlformats.org/officeDocument/2006/relationships/image" Target="/ppt/media/image.png" Id="R92dbfe2f55fc4735" /><Relationship Type="http://schemas.openxmlformats.org/officeDocument/2006/relationships/notesSlide" Target="/ppt/notesSlides/notesSlide1.xml" Id="R1683bfa05c0b44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77552b3234805" /><Relationship Type="http://schemas.openxmlformats.org/officeDocument/2006/relationships/image" Target="/ppt/media/image2.png" Id="Rfa2a3ac4aa8343f5" /><Relationship Type="http://schemas.openxmlformats.org/officeDocument/2006/relationships/notesSlide" Target="/ppt/notesSlides/notesSlide2.xml" Id="R832b29140149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27833dd7b4391" /><Relationship Type="http://schemas.openxmlformats.org/officeDocument/2006/relationships/notesSlide" Target="/ppt/notesSlides/notesSlide3.xml" Id="R18acb15b1ab24c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ebac1d7d4a91" /><Relationship Type="http://schemas.openxmlformats.org/officeDocument/2006/relationships/notesSlide" Target="/ppt/notesSlides/notesSlide4.xml" Id="R9da1d67176c246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b6c5bdf5d4ff9" /><Relationship Type="http://schemas.openxmlformats.org/officeDocument/2006/relationships/notesSlide" Target="/ppt/notesSlides/notesSlide5.xml" Id="Ra85025ff117a45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bef3f969f49c8" /><Relationship Type="http://schemas.openxmlformats.org/officeDocument/2006/relationships/notesSlide" Target="/ppt/notesSlides/notesSlide6.xml" Id="Rc06ba52ac87946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1dd4ada8c4554" /><Relationship Type="http://schemas.openxmlformats.org/officeDocument/2006/relationships/notesSlide" Target="/ppt/notesSlides/notesSlide7.xml" Id="R8e5d944728dc4e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ed63633d5463f" /><Relationship Type="http://schemas.openxmlformats.org/officeDocument/2006/relationships/notesSlide" Target="/ppt/notesSlides/notesSlide8.xml" Id="R067c5797fe2145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220a524c94156" /><Relationship Type="http://schemas.openxmlformats.org/officeDocument/2006/relationships/notesSlide" Target="/ppt/notesSlides/notesSlide9.xml" Id="R742729ed25be42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05cb733514656" /><Relationship Type="http://schemas.openxmlformats.org/officeDocument/2006/relationships/image" Target="/ppt/media/image3.png" Id="Rb324e48b74d44c8f" /><Relationship Type="http://schemas.openxmlformats.org/officeDocument/2006/relationships/notesSlide" Target="/ppt/notesSlides/notesSlide10.xml" Id="Re0aa489a3e59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2B9DB-A656-4934-B48B-735958E1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bfe2f55fc4735"/>
          <a:stretch xmlns:a="http://schemas.openxmlformats.org/drawingml/2006/main"/>
        </p:blipFill>
        <p:spPr>
          <a:xfrm xmlns:a="http://schemas.openxmlformats.org/drawingml/2006/main">
            <a:off x="751860" y="514350"/>
            <a:ext cx="1096605" cy="742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B4A4B-5CE1-4BC9-B005-418C298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PROPERTY OPERATIONS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82331-7D81-4B22-B51C-5D49E443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80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PTT presentation for Walter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B3B16-5E8B-44E6-B38C-39E362B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A practical roadmap from the current website to a connected leasing, renter and accounting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59C44-FE39-4900-BF9D-10C38A09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90600"/>
            <a:ext cx="3143250" cy="4667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542B-77BE-4939-B01A-6BD5F80D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6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4E09E-5841-40C9-B816-E32B3F7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1943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B6B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C5DFC-C45A-4687-817E-97784CB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Website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Availability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Leasing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Billing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Renter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FA0F5-4090-4410-A0C0-D3EDABB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9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11327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7EBFA-8833-487A-87C9-8BF82D2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2647F-CDC1-4227-9BAC-292850B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The website is the public front 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964B6-C8A2-4F8F-A334-1E02E2D9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next step is to connect the work behind the website.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DAC7C-9347-432E-A45D-EFBE36C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a3ac4aa8343f5"/>
          <a:stretch xmlns:a="http://schemas.openxmlformats.org/drawingml/2006/main"/>
        </p:blipFill>
        <p:spPr>
          <a:xfrm xmlns:a="http://schemas.openxmlformats.org/drawingml/2006/main">
            <a:off x="1260534" y="2400300"/>
            <a:ext cx="984133" cy="66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C874A-6D84-4E89-A8E7-1C598AE6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What exists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A9377-D1A3-42C3-920E-B228755B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381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Property browsing and area filters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Commercial and residential application previews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Careers form with optional email delivery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Viewing request workflow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Local preview server and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2AE2A-DC6C-4C30-A74C-75AE988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4102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23075-AF3F-4D81-840B-E5A2CBD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staff still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27A28-519B-4FA7-9BB6-DBAEDEC4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One trusted property and unit record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Availability managed by authorized staff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Application-to-lease tracking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Monthly billing and payment review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Renter communication and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EDB9A-EAE6-45FC-8841-C3F2FAD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75075-1478-48F4-8AEE-AEF7B7F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05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PROPOSED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76821-0151-4165-8CF0-27D2A64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081AF-5870-4793-99A6-41C3DB51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02</a:t>
            </a:r>
          </a:p>
        </p:txBody>
      </p:sp>
    </p:spTree>
    <p:extLst>
      <p:ext uri="{BB962C8B-B14F-4D97-AF65-F5344CB8AC3E}">
        <p14:creationId xmlns:p14="http://schemas.microsoft.com/office/powerpoint/2010/main" val="1173013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DE9AF-04A5-4F30-B369-87A96DF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PLATFORM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4B7FA-1BE8-4134-A10C-5B97C45A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One operating model connects four experiences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CAA26-EE19-438C-89AA-A48F9A6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Each team sees the work that belongs to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83897-74BD-4852-8FE5-B5BF3DE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778A9-2DF2-4379-A476-AE2DE6CB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PUBLIC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14337-5613-4EAB-AF70-786F8963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Availability, property details, viewing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1091E-F9AE-4743-B7A0-A96051F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20F9E-03D0-4552-B179-17F3F48B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STAFF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3A9C3-1130-4861-97DC-DB12903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Leasing, accounting, maintenance and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60652-5509-4415-8943-749BDD4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8F1E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F6CB1-F7E5-4590-991F-907EC19C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RENTER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018FE-3E37-4207-A403-176BBC5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Lease, bills, payment proof and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09641-7461-416E-8558-E10CB92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F941F-7CC7-48E3-A2C9-D660C2B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SHARED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F3E18-4198-4647-AA72-E28DE0D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Properties, units, leases, charges and audit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BC7FB-1608-40FA-A99C-679860E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A9D8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B3781-D830-481A-8CC8-0826110C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0" cy="1257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A9D8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3787A-28EB-4F81-A142-CA68859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record moves with the property, unit and lease. Staff do not rebuild the same information in separate spreadsheets.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4D020-5B63-4EF2-96B6-1EE6FE8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84C40-D2E0-4FFF-BFA0-CB7FB2D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03</a:t>
            </a:r>
          </a:p>
        </p:txBody>
      </p:sp>
    </p:spTree>
    <p:extLst>
      <p:ext uri="{BB962C8B-B14F-4D97-AF65-F5344CB8AC3E}">
        <p14:creationId xmlns:p14="http://schemas.microsoft.com/office/powerpoint/2010/main" val="2077049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7506B-0B08-4F07-8409-E0B937FA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5554F-B9D1-4543-BC9F-D215C626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Availability starts with one trusted property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17487-1E25-44D3-BF83-D4CF5E57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An area can contain many properties, units and leases.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B0260-2304-4DB3-94CF-07E673D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914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73028-8962-4ECB-BAA3-C037D34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7D2B7-D3C9-4898-8E0D-A7192A2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288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Davao City · Indangan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F2B2D-AC01-40C4-9ED1-606E490A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95575"/>
            <a:ext cx="8286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8A8D1-98DC-45F2-92E9-C137329A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781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PROPERTY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88DFF-2239-4D98-92E5-90D205C3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717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RRC-owned building or development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095DB-6FB9-4665-8FFC-7785A5A3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38525"/>
            <a:ext cx="7429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1E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6ACA5-EBEB-4E25-8E9C-35205FC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24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UNIT / 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F9F99-AEA2-4D0A-97CF-318DA3D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147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C-101 · commercial ·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2B2D6-B100-45CE-B040-0BD0F663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181475"/>
            <a:ext cx="65722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A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4D57E-9BDB-4504-8240-76FFC19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67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57521-EDFB-4E3F-91B0-3FED2025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576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approved renter · term · 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FC79A-5F37-42D5-BD9E-8CFA18DB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24425"/>
            <a:ext cx="5715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618BD-1BB4-4E41-8E4D-2150B6FF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8154A-A9A7-4A75-8E2D-48C2C91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00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monthly charges · payment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9C485-9331-4E16-9CDE-FF3E9981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When availability changes, the public listing, leasing queue and reporting view update from the same source.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E2379-A105-4471-B566-80AD698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60312-F57A-49C2-9BD7-FCC2B9E9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04</a:t>
            </a:r>
          </a:p>
        </p:txBody>
      </p:sp>
    </p:spTree>
    <p:extLst>
      <p:ext uri="{BB962C8B-B14F-4D97-AF65-F5344CB8AC3E}">
        <p14:creationId xmlns:p14="http://schemas.microsoft.com/office/powerpoint/2010/main" val="26776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DA86F-C261-4C91-BAE7-854A236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F0FD5-1CD1-433F-847E-E1E89EFB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The system makes ownership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7E5F6-5ADE-4D21-AB01-18AEB87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Permissions follow the work, not just the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8D654-8F2A-47E8-9760-D916A18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34B41-7A68-4090-87A1-E230B998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FAFD8-B68C-45E1-9DB8-54F6FE3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PRIMARY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5510D-A692-4775-BB6B-09C454A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B2E6A-72F9-4AE7-8EA3-28CFF0D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 / Property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D58FE-A996-44EB-A321-BDCFFEC7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Listings, availability, applications, leases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38760-73E0-456A-8C1F-C210E3EB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06011-5BCE-4925-96DF-89E27118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Accounting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2434D-D2A5-4127-AD60-3050224D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Bills, adjustments, payment review,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06683-C224-4022-8872-6EA4C282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4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0E277-F829-43C4-8A7F-315A32D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0EED5-CDBC-48CF-8EE4-B5872E94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Requests, assignments, costs,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E29DC-7EDE-4AEC-95DF-6362924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5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F9D34-2586-49FA-9D35-ECE46029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32758-3EEB-462F-A517-24A0FAC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Lease, bills, payment proof, requests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D6474-36F9-4FAC-B829-BC25EA88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5FD80-3D23-4D88-B5ED-CC4DAD0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Super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3CE3B-4CD8-409D-8A17-D7583BDC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Staff accounts, settings, audit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94088-0332-4C58-9CA6-C04FB58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Every change is attributable to a staff member and timestamped.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E12CF-14A2-40A2-A7AA-93454817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746A4-9897-4D1E-9A33-93B1560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05</a:t>
            </a:r>
          </a:p>
        </p:txBody>
      </p:sp>
    </p:spTree>
    <p:extLst>
      <p:ext uri="{BB962C8B-B14F-4D97-AF65-F5344CB8AC3E}">
        <p14:creationId xmlns:p14="http://schemas.microsoft.com/office/powerpoint/2010/main" val="1699528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B558A-78DD-4F2D-A8A3-1DDA982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RENTER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8A227-B54D-466D-B33A-D325A310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 clear path from approval to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B3EE-383A-4DB0-9CDE-E724FAF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The renter sees the same lease record that Accounting manages.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ACFCF-C06D-46D8-9D07-6C49C31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18BDA-E139-46BB-AD10-FD5C47C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C6DBA-B3DE-437D-8784-364DA221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Lease approved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C55B8-1B54-4A2B-B88B-AEBD6EE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Renter receives a secure invite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34A3C-D3B4-4F96-BF05-0F03F7B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2FFCB-74EE-4C07-9235-353627C6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9CFC8-6F0C-4572-9FDE-B7CBD359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Bill issued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790F9-7C79-441B-8347-51CFC81A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Monthly rent and other charges appear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57D2E-713E-4625-B03B-007A32D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739AD-8406-4AB0-A4E5-0AA25BEC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F1E9E-8B38-4776-8E8B-A5705983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Payment submitted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93025-B105-4DE1-991C-FE74EEF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Renter uploads proof and payment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BCDE1-76E4-421F-9565-E137919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4B6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99A7A-8BB8-41F0-B403-639B220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D304C-9472-44EF-BBC3-A019642C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Accounting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FDB7A-7ADF-4048-844B-3492292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Staff approve, reject or request clarification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83E49-D6BF-4306-BD24-4B59B925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Bill status and notifications stay visible until the next action is complete.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3740B-4786-46B7-A7BE-B8A7EB33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4D076-084E-46D5-BE6A-7EC5B5C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PTT presentation  |  06</a:t>
            </a:r>
          </a:p>
        </p:txBody>
      </p:sp>
    </p:spTree>
    <p:extLst>
      <p:ext uri="{BB962C8B-B14F-4D97-AF65-F5344CB8AC3E}">
        <p14:creationId xmlns:p14="http://schemas.microsoft.com/office/powerpoint/2010/main" val="185187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ABD39-90F7-4FC6-B8A9-63550945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BILLING AND ACCOUNTING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621F5-1833-410F-A32A-7E2B47A7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Bills become a controlled monthly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E6B70-9F97-45DA-A8E5-4D9EE2FD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Accounting can explain every amount and every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80E8E-93A7-4763-9EA7-06F7ED16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95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7041D-1E69-4CB0-86DD-9E19BD9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MONTHLY BILL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81B46-E404-4A7B-AAB9-CF47A828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C-101 · 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C5679-E82C-4EF8-B3CD-9E8EAE88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3162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B6B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A1F50-151F-414F-910C-09FE4429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Monthly rent                  ₱45,000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Utilities                         ₱3,200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Other charge                    ₱1,000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5F987-5838-4E66-844E-0FFC608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TOTAL DUE                  ₱49,200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4A914-9D44-46E4-AD72-1EFA7388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60579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2427B-BDBF-4D18-814D-4A794231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Accounting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BF3E9-4EAB-4481-A1CE-7F07D07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Recurring rent rules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Utility and one-time adjustments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Due dates and overdue status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Payment proof review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Receipt and reconciliation history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Property-level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FD999-BA10-4CD4-878A-A0854A1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244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6F13E-02AD-4388-94AB-21826738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720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AUDITABLE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E4D7A-9416-454D-9FD9-C8EF7A29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3133A-1A8C-45FC-828B-A7A3D63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07</a:t>
            </a:r>
          </a:p>
        </p:txBody>
      </p:sp>
    </p:spTree>
    <p:extLst>
      <p:ext uri="{BB962C8B-B14F-4D97-AF65-F5344CB8AC3E}">
        <p14:creationId xmlns:p14="http://schemas.microsoft.com/office/powerpoint/2010/main" val="908747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0E354-0818-48A8-BDC0-F9A7D19C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NOTIFICATIONS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09AB7-419B-4CD5-8BCC-1BBAC520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The right person receives the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2DACD-F376-4D4C-A518-630E816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system should reduce follow-up work, not create another inbox.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4F6F9-63D7-4DB8-857B-98E8DDE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76754-C44D-46AC-84EB-964EAFF8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NEW VIEWING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25E94-CF1C-4D33-BCE5-5808EDBE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5262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003DA-B961-4F0C-B11E-38C75293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240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F5A66-2D66-4C31-B38F-66D35911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DD7EE-6BD4-43F0-B9F3-04B98E2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Review request and confirm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47927-19CD-4A41-9459-5873A550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11C58-A39D-4F08-9893-BE6742CF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NEW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9246F-61AE-4894-AD7F-8D7B5FDE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5747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C4346-E8D0-4497-820E-33F0018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289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E6072-D760-49D4-9679-B3A2D408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747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7E94F-B6CD-439B-96E7-FAE5F7A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Review documents and decision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F67B8-C501-41B7-A678-07454EB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F1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5EA67-A9B9-4D50-B6EB-C87F1F0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NEW BILL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65425-9B13-4054-984F-6E28B8CB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6232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4E6CC-AD20-4859-AD76-F3DA7BFB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337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64437-485E-4CF2-8445-B024F233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6232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07823-A4E8-486A-8529-794A4604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Open bill and submit payment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FD5AB-9FB0-4606-AC08-8F50AD08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A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F4183-B887-44B3-B127-37DD905F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PAYMENT SUBMITTED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CD949-7745-408A-B0FF-E4CD252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6717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AC78E-DF75-4BC3-84BC-F5E29597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38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Accounting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BBF4E-2BC3-421D-B6C8-CADDDDB2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9B777-7538-4BFE-9064-AF0D2AF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Review proof and reconcile invoice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9C488-BBB3-4B9C-ABD1-3A0EBAA3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5C2AF-3B35-4619-B3AE-65CC082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MAINTENANCE 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9A12FD-291D-4922-B8EC-36CC72AF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7202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713F7-6A9E-4AB5-AC6F-199492F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43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Renter + Maintenance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955B43-5294-4286-829B-61800DC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7202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1D0BB-027A-4634-81BF-FD4B329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Confirm access or completion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28604-0DD1-4F89-BB0F-6A5113C7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BC53C-55C8-42C3-877C-3A9846D9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08</a:t>
            </a:r>
          </a:p>
        </p:txBody>
      </p:sp>
    </p:spTree>
    <p:extLst>
      <p:ext uri="{BB962C8B-B14F-4D97-AF65-F5344CB8AC3E}">
        <p14:creationId xmlns:p14="http://schemas.microsoft.com/office/powerpoint/2010/main" val="1350231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795C3-8560-4AE3-9B94-ED688B5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4BB9B-059F-4859-B259-41125BF0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Build the operating core in controlled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E7978-8F3F-467B-AB9C-21F792FA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Each phase creates a usable capability before the next one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3005D-C0C6-48BD-B180-06924603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6F19C-DABB-4DE4-9891-DFF81E1A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C362E-D70A-4ABB-941C-E6F8A44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6B779-9296-479A-AC6E-A88C63B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Hosting, database, authentication, roles, audit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96FA6-E89F-467D-A2D3-9EFF942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23F0E-255A-4A8E-A754-76F67BBC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BCF91-7D19-4B77-B268-94E1EC3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Property CMS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2D642-BE33-437D-8643-CC2A6EA4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Areas, properties, units, photos, 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95E85-185C-4D43-A3DF-E309835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F2D98-DC88-4084-AEF0-C338D314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D68FE-7827-4939-9B29-28FF3F45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5FCDE-9989-4BC4-9A88-CA525C42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Applications, approvals, leases, renter invitations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78F29-F042-483B-A2B7-72A19E6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1CC97-4B41-4094-9568-1AD8F35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B8AD2-BDE9-450E-8922-0AF8EDA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Renter portal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61E43-818D-4212-9F4B-3FFFE00F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Bills, payment proof, notifications, 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0B83E-38E6-4712-A7A8-4F6958E2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F03AE-EFA5-48F8-B65E-D8DCF90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C3179-D3AD-4FB5-976E-A6C1B45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Accounting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8C5B4-E028-4F5C-9250-D8C633D7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Recurring billing, reconciliation, reports, exports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87F3C-F0E4-4BCF-840E-D1581F1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Direct online payments and Collo integration follow once the core records and approval controls are stable.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AA45A-E218-4812-B259-F1EDF901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CC30E-74A4-4828-AC6B-B3A9E6D5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09</a:t>
            </a:r>
          </a:p>
        </p:txBody>
      </p:sp>
    </p:spTree>
    <p:extLst>
      <p:ext uri="{BB962C8B-B14F-4D97-AF65-F5344CB8AC3E}">
        <p14:creationId xmlns:p14="http://schemas.microsoft.com/office/powerpoint/2010/main" val="4325414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4e48b74d44c8f"/>
          <a:stretch xmlns:a="http://schemas.openxmlformats.org/drawingml/2006/main"/>
        </p:blipFill>
        <p:spPr>
          <a:xfrm xmlns:a="http://schemas.openxmlformats.org/drawingml/2006/main">
            <a:off x="751860" y="514350"/>
            <a:ext cx="1096605" cy="742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C8F2D-945B-4764-A00B-72536921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DECISION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74926-79F3-447A-9C23-74E1E0F1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Approve the direction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for a connected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property operations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A3BF0-5A96-4B56-B7DE-4114B3B8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The current website remains the public front door. The new platform gives Leasing, Accounting, Maintenance and renters one controlled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4671F-CAB4-4283-923C-5FDF9BE4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71750" cy="2857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C06C8-8BC2-4FBC-B4BD-7A43D40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First approval needed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4EDFC-ACE2-4E33-A8D1-FD8DD811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1  Confirm roles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2  Confirm billing rules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3  Confirm hosting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4  Confirm renter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D0D92-54A8-433C-896E-D5D7649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Next step: Phase 1 foundation and product requirements workshop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93B8F-4C9C-47E3-95D8-0E68C35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830A5-7422-43A2-8162-05E27201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PTT presentation  |  10</a:t>
            </a:r>
          </a:p>
        </p:txBody>
      </p:sp>
    </p:spTree>
    <p:extLst>
      <p:ext uri="{BB962C8B-B14F-4D97-AF65-F5344CB8AC3E}">
        <p14:creationId xmlns:p14="http://schemas.microsoft.com/office/powerpoint/2010/main" val="1239461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2026-09-30T14:16:39.6860000Z</dcterms:created>
  <dcterms:modified xsi:type="dcterms:W3CDTF">2026-09-30T14:16:39.6860000Z</dcterms:modified>
</coreProperties>
</file>